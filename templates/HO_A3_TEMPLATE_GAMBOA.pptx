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0000" cy="10692000"/>
  <p:notesSz cx="10692000" cy="1512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image" Target="../media/image-1-7.jpeg"/><Relationship Id="rId8" Type="http://schemas.openxmlformats.org/officeDocument/2006/relationships/image" Target="../media/image-1-8.jpeg"/><Relationship Id="rId9" Type="http://schemas.openxmlformats.org/officeDocument/2006/relationships/image" Target="../media/image-1-9.jpeg"/><Relationship Id="rId10" Type="http://schemas.openxmlformats.org/officeDocument/2006/relationships/image" Target="../media/image-1-10.jpeg"/><Relationship Id="rId11" Type="http://schemas.openxmlformats.org/officeDocument/2006/relationships/image" Target="../media/image-1-11.jpeg"/><Relationship Id="rId12" Type="http://schemas.openxmlformats.org/officeDocument/2006/relationships/image" Target="../media/image-1-12.jpeg"/><Relationship Id="rId13" Type="http://schemas.openxmlformats.org/officeDocument/2006/relationships/image" Target="../media/image-1-13.jpeg"/><Relationship Id="rId14" Type="http://schemas.openxmlformats.org/officeDocument/2006/relationships/image" Target="../media/image-1-14.jpeg"/><Relationship Id="rId15" Type="http://schemas.openxmlformats.org/officeDocument/2006/relationships/image" Target="../media/image-1-15.jpeg"/><Relationship Id="rId16" Type="http://schemas.openxmlformats.org/officeDocument/2006/relationships/image" Target="../media/image-1-16.jpe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|frame"/>
          <p:cNvSpPr/>
          <p:nvPr/>
        </p:nvSpPr>
        <p:spPr>
          <a:xfrm>
            <a:off x="261491" y="261491"/>
            <a:ext cx="1799927" cy="710357"/>
          </a:xfrm>
          <a:prstGeom prst="rect">
            <a:avLst/>
          </a:prstGeom>
          <a:ln w="6350">
            <a:solidFill>
              <a:srgbClr val="1F1F1F"/>
            </a:solidFill>
            <a:prstDash val="solid"/>
          </a:ln>
        </p:spPr>
      </p:sp>
      <p:pic>
        <p:nvPicPr>
          <p:cNvPr id="3" name="HO|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692" y="616595"/>
            <a:ext cx="914400" cy="914400"/>
          </a:xfrm>
          <a:prstGeom prst="rect">
            <a:avLst/>
          </a:prstGeom>
        </p:spPr>
      </p:pic>
      <p:sp>
        <p:nvSpPr>
          <p:cNvPr id="4" name="HO|title|A3|0"/>
          <p:cNvSpPr/>
          <p:nvPr/>
        </p:nvSpPr>
        <p:spPr>
          <a:xfrm>
            <a:off x="2061418" y="261491"/>
            <a:ext cx="9917013" cy="710357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OPERACIONES</a:t>
            </a:r>
            <a:endParaRPr lang="en-US" sz="3000" dirty="0"/>
          </a:p>
        </p:txBody>
      </p:sp>
      <p:sp>
        <p:nvSpPr>
          <p:cNvPr id="5" name="HO|f|form"/>
          <p:cNvSpPr/>
          <p:nvPr/>
        </p:nvSpPr>
        <p:spPr>
          <a:xfrm>
            <a:off x="11987957" y="261491"/>
            <a:ext cx="2870448" cy="215950"/>
          </a:xfrm>
          <a:prstGeom prst="rect">
            <a:avLst/>
          </a:prstGeom>
          <a:solidFill>
            <a:srgbClr val="7F7F7F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I-IN-002.4-R01</a:t>
            </a:r>
            <a:endParaRPr lang="en-US" sz="1050" dirty="0"/>
          </a:p>
        </p:txBody>
      </p:sp>
      <p:sp>
        <p:nvSpPr>
          <p:cNvPr id="6" name="HO|f|ho"/>
          <p:cNvSpPr/>
          <p:nvPr/>
        </p:nvSpPr>
        <p:spPr>
          <a:xfrm>
            <a:off x="11987957" y="477441"/>
            <a:ext cx="2870448" cy="494407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HO-971</a:t>
            </a:r>
            <a:endParaRPr lang="en-US" sz="2600" dirty="0"/>
          </a:p>
        </p:txBody>
      </p:sp>
      <p:sp>
        <p:nvSpPr>
          <p:cNvPr id="7" name="HO|lbl"/>
          <p:cNvSpPr/>
          <p:nvPr/>
        </p:nvSpPr>
        <p:spPr>
          <a:xfrm>
            <a:off x="256729" y="976610"/>
            <a:ext cx="1799927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OPERACIÓN</a:t>
            </a:r>
            <a:endParaRPr lang="en-US" sz="1050" dirty="0"/>
          </a:p>
        </p:txBody>
      </p:sp>
      <p:sp>
        <p:nvSpPr>
          <p:cNvPr id="8" name="HO|lbl"/>
          <p:cNvSpPr/>
          <p:nvPr/>
        </p:nvSpPr>
        <p:spPr>
          <a:xfrm>
            <a:off x="2056656" y="976610"/>
            <a:ext cx="5399931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DENOMINACIÓN DE LA OPERACIÓN</a:t>
            </a:r>
            <a:endParaRPr lang="en-US" sz="1050" dirty="0"/>
          </a:p>
        </p:txBody>
      </p:sp>
      <p:sp>
        <p:nvSpPr>
          <p:cNvPr id="9" name="HO|lbl"/>
          <p:cNvSpPr/>
          <p:nvPr/>
        </p:nvSpPr>
        <p:spPr>
          <a:xfrm>
            <a:off x="7456587" y="976610"/>
            <a:ext cx="3239839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 VEHÍCULO</a:t>
            </a:r>
            <a:endParaRPr lang="en-US" sz="1050" dirty="0"/>
          </a:p>
        </p:txBody>
      </p:sp>
      <p:sp>
        <p:nvSpPr>
          <p:cNvPr id="10" name="HO|lbl"/>
          <p:cNvSpPr/>
          <p:nvPr/>
        </p:nvSpPr>
        <p:spPr>
          <a:xfrm>
            <a:off x="10696426" y="976610"/>
            <a:ext cx="1295995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REALIZÓ:</a:t>
            </a:r>
            <a:endParaRPr lang="en-US" sz="1050" dirty="0"/>
          </a:p>
        </p:txBody>
      </p:sp>
      <p:sp>
        <p:nvSpPr>
          <p:cNvPr id="11" name="HO|f|realizo"/>
          <p:cNvSpPr/>
          <p:nvPr/>
        </p:nvSpPr>
        <p:spPr>
          <a:xfrm>
            <a:off x="11992421" y="976610"/>
            <a:ext cx="2870746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P.GAMBOA</a:t>
            </a:r>
            <a:endParaRPr lang="en-US" sz="1050" dirty="0"/>
          </a:p>
        </p:txBody>
      </p:sp>
      <p:sp>
        <p:nvSpPr>
          <p:cNvPr id="12" name="HO|f|nOp"/>
          <p:cNvSpPr/>
          <p:nvPr/>
        </p:nvSpPr>
        <p:spPr>
          <a:xfrm>
            <a:off x="256729" y="1210568"/>
            <a:ext cx="1799927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13" name="HO|f|denom"/>
          <p:cNvSpPr/>
          <p:nvPr/>
        </p:nvSpPr>
        <p:spPr>
          <a:xfrm>
            <a:off x="2056656" y="1210568"/>
            <a:ext cx="5399931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ENGRAMPADO</a:t>
            </a:r>
            <a:endParaRPr lang="en-US" sz="1050" dirty="0"/>
          </a:p>
        </p:txBody>
      </p:sp>
      <p:sp>
        <p:nvSpPr>
          <p:cNvPr id="14" name="HO|f|modelo"/>
          <p:cNvSpPr/>
          <p:nvPr/>
        </p:nvSpPr>
        <p:spPr>
          <a:xfrm>
            <a:off x="7456587" y="1210568"/>
            <a:ext cx="3239839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</a:t>
            </a:r>
            <a:endParaRPr lang="en-US" sz="1050" dirty="0"/>
          </a:p>
        </p:txBody>
      </p:sp>
      <p:sp>
        <p:nvSpPr>
          <p:cNvPr id="15" name="HO|lbl"/>
          <p:cNvSpPr/>
          <p:nvPr/>
        </p:nvSpPr>
        <p:spPr>
          <a:xfrm>
            <a:off x="10696426" y="1210568"/>
            <a:ext cx="1295995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APROBÓ:</a:t>
            </a:r>
            <a:endParaRPr lang="en-US" sz="1050" dirty="0"/>
          </a:p>
        </p:txBody>
      </p:sp>
      <p:sp>
        <p:nvSpPr>
          <p:cNvPr id="16" name="HO|f|aprobo"/>
          <p:cNvSpPr/>
          <p:nvPr/>
        </p:nvSpPr>
        <p:spPr>
          <a:xfrm>
            <a:off x="11992421" y="1210568"/>
            <a:ext cx="2870746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C.BAPTISTA</a:t>
            </a:r>
            <a:endParaRPr lang="en-US" sz="1050" dirty="0"/>
          </a:p>
        </p:txBody>
      </p:sp>
      <p:sp>
        <p:nvSpPr>
          <p:cNvPr id="17" name="HO|lbl"/>
          <p:cNvSpPr/>
          <p:nvPr/>
        </p:nvSpPr>
        <p:spPr>
          <a:xfrm>
            <a:off x="256729" y="1444526"/>
            <a:ext cx="1799927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50" dirty="0"/>
          </a:p>
        </p:txBody>
      </p:sp>
      <p:sp>
        <p:nvSpPr>
          <p:cNvPr id="18" name="HO|lbl"/>
          <p:cNvSpPr/>
          <p:nvPr/>
        </p:nvSpPr>
        <p:spPr>
          <a:xfrm>
            <a:off x="2056656" y="1444526"/>
            <a:ext cx="5399931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COD. DE PIEZA / DESCRIPCIÓN</a:t>
            </a:r>
            <a:endParaRPr lang="en-US" sz="1050" dirty="0"/>
          </a:p>
        </p:txBody>
      </p:sp>
      <p:sp>
        <p:nvSpPr>
          <p:cNvPr id="19" name="HO|lbl"/>
          <p:cNvSpPr/>
          <p:nvPr/>
        </p:nvSpPr>
        <p:spPr>
          <a:xfrm>
            <a:off x="7456587" y="1444526"/>
            <a:ext cx="1799927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50" dirty="0"/>
          </a:p>
        </p:txBody>
      </p:sp>
      <p:sp>
        <p:nvSpPr>
          <p:cNvPr id="20" name="HO|lbl"/>
          <p:cNvSpPr/>
          <p:nvPr/>
        </p:nvSpPr>
        <p:spPr>
          <a:xfrm>
            <a:off x="9256514" y="1444526"/>
            <a:ext cx="1439912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PUESTO</a:t>
            </a:r>
            <a:endParaRPr lang="en-US" sz="1050" dirty="0"/>
          </a:p>
        </p:txBody>
      </p:sp>
      <p:sp>
        <p:nvSpPr>
          <p:cNvPr id="21" name="HO|lbl"/>
          <p:cNvSpPr/>
          <p:nvPr/>
        </p:nvSpPr>
        <p:spPr>
          <a:xfrm>
            <a:off x="10696426" y="1444526"/>
            <a:ext cx="1295995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</a:t>
            </a:r>
            <a:endParaRPr lang="en-US" sz="1050" dirty="0"/>
          </a:p>
        </p:txBody>
      </p:sp>
      <p:sp>
        <p:nvSpPr>
          <p:cNvPr id="22" name="HO|f|fecha"/>
          <p:cNvSpPr/>
          <p:nvPr/>
        </p:nvSpPr>
        <p:spPr>
          <a:xfrm>
            <a:off x="11992421" y="1444526"/>
            <a:ext cx="2870746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25/09/2026</a:t>
            </a:r>
            <a:endParaRPr lang="en-US" sz="1050" dirty="0"/>
          </a:p>
        </p:txBody>
      </p:sp>
      <p:sp>
        <p:nvSpPr>
          <p:cNvPr id="23" name="HO|f|sector"/>
          <p:cNvSpPr/>
          <p:nvPr/>
        </p:nvSpPr>
        <p:spPr>
          <a:xfrm>
            <a:off x="256729" y="1678484"/>
            <a:ext cx="1799927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TAPIZADO</a:t>
            </a:r>
            <a:endParaRPr lang="en-US" sz="1050" dirty="0"/>
          </a:p>
        </p:txBody>
      </p:sp>
      <p:sp>
        <p:nvSpPr>
          <p:cNvPr id="24" name="HO|f|pieza"/>
          <p:cNvSpPr/>
          <p:nvPr/>
        </p:nvSpPr>
        <p:spPr>
          <a:xfrm>
            <a:off x="2056656" y="1678484"/>
            <a:ext cx="5399931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N297 / N328 – APB TRA IZQ / APB TRA DER</a:t>
            </a:r>
            <a:endParaRPr lang="en-US" sz="1050" dirty="0"/>
          </a:p>
        </p:txBody>
      </p:sp>
      <p:sp>
        <p:nvSpPr>
          <p:cNvPr id="25" name="HO|f|cliente"/>
          <p:cNvSpPr/>
          <p:nvPr/>
        </p:nvSpPr>
        <p:spPr>
          <a:xfrm>
            <a:off x="7456587" y="1678484"/>
            <a:ext cx="1799927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NOVAX</a:t>
            </a:r>
            <a:endParaRPr lang="en-US" sz="1050" dirty="0"/>
          </a:p>
        </p:txBody>
      </p:sp>
      <p:sp>
        <p:nvSpPr>
          <p:cNvPr id="26" name="HO|f|puesto"/>
          <p:cNvSpPr/>
          <p:nvPr/>
        </p:nvSpPr>
        <p:spPr>
          <a:xfrm>
            <a:off x="9256514" y="1678484"/>
            <a:ext cx="1439912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27" name="HO|lbl"/>
          <p:cNvSpPr/>
          <p:nvPr/>
        </p:nvSpPr>
        <p:spPr>
          <a:xfrm>
            <a:off x="10696426" y="1678484"/>
            <a:ext cx="1295995" cy="233958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</a:t>
            </a:r>
            <a:endParaRPr lang="en-US" sz="1050" dirty="0"/>
          </a:p>
        </p:txBody>
      </p:sp>
      <p:sp>
        <p:nvSpPr>
          <p:cNvPr id="28" name="HO|f|rev"/>
          <p:cNvSpPr/>
          <p:nvPr/>
        </p:nvSpPr>
        <p:spPr>
          <a:xfrm>
            <a:off x="11992421" y="1678484"/>
            <a:ext cx="2870746" cy="233958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HO|frame"/>
          <p:cNvSpPr/>
          <p:nvPr/>
        </p:nvSpPr>
        <p:spPr>
          <a:xfrm>
            <a:off x="351383" y="2007096"/>
            <a:ext cx="2130623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30" name="HO|img|0|co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08" y="2016621"/>
            <a:ext cx="2111573" cy="2180332"/>
          </a:xfrm>
          <a:prstGeom prst="rect">
            <a:avLst/>
          </a:prstGeom>
        </p:spPr>
      </p:pic>
      <p:sp>
        <p:nvSpPr>
          <p:cNvPr id="31" name="HO|tag"/>
          <p:cNvSpPr/>
          <p:nvPr/>
        </p:nvSpPr>
        <p:spPr>
          <a:xfrm>
            <a:off x="404068" y="2059781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</a:t>
            </a:r>
            <a:endParaRPr lang="en-US" sz="1100" dirty="0"/>
          </a:p>
        </p:txBody>
      </p:sp>
      <p:sp>
        <p:nvSpPr>
          <p:cNvPr id="32" name="HO|cap|0"/>
          <p:cNvSpPr/>
          <p:nvPr/>
        </p:nvSpPr>
        <p:spPr>
          <a:xfrm>
            <a:off x="360908" y="4196953"/>
            <a:ext cx="2111573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Herramental del puesto</a:t>
            </a:r>
            <a:endParaRPr lang="en-US" sz="900" dirty="0"/>
          </a:p>
        </p:txBody>
      </p:sp>
      <p:sp>
        <p:nvSpPr>
          <p:cNvPr id="33" name="HO|frame"/>
          <p:cNvSpPr/>
          <p:nvPr/>
        </p:nvSpPr>
        <p:spPr>
          <a:xfrm>
            <a:off x="2553891" y="2007096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34" name="HO|img|1|cov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416" y="2016621"/>
            <a:ext cx="2111722" cy="2180332"/>
          </a:xfrm>
          <a:prstGeom prst="rect">
            <a:avLst/>
          </a:prstGeom>
        </p:spPr>
      </p:pic>
      <p:sp>
        <p:nvSpPr>
          <p:cNvPr id="35" name="HO|tag"/>
          <p:cNvSpPr/>
          <p:nvPr/>
        </p:nvSpPr>
        <p:spPr>
          <a:xfrm>
            <a:off x="2606576" y="2059781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2</a:t>
            </a:r>
            <a:endParaRPr lang="en-US" sz="1100" dirty="0"/>
          </a:p>
        </p:txBody>
      </p:sp>
      <p:sp>
        <p:nvSpPr>
          <p:cNvPr id="36" name="HO|cap|1"/>
          <p:cNvSpPr/>
          <p:nvPr/>
        </p:nvSpPr>
        <p:spPr>
          <a:xfrm>
            <a:off x="2563416" y="4196953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Posicionado de sustrato sobre funda</a:t>
            </a:r>
            <a:endParaRPr lang="en-US" sz="900" dirty="0"/>
          </a:p>
        </p:txBody>
      </p:sp>
      <p:sp>
        <p:nvSpPr>
          <p:cNvPr id="37" name="HO|frame"/>
          <p:cNvSpPr/>
          <p:nvPr/>
        </p:nvSpPr>
        <p:spPr>
          <a:xfrm>
            <a:off x="4756547" y="2007096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38" name="HO|img|2|cov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072" y="2016621"/>
            <a:ext cx="2111722" cy="2180332"/>
          </a:xfrm>
          <a:prstGeom prst="rect">
            <a:avLst/>
          </a:prstGeom>
        </p:spPr>
      </p:pic>
      <p:sp>
        <p:nvSpPr>
          <p:cNvPr id="39" name="HO|tag"/>
          <p:cNvSpPr/>
          <p:nvPr/>
        </p:nvSpPr>
        <p:spPr>
          <a:xfrm>
            <a:off x="4809232" y="2059781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3</a:t>
            </a:r>
            <a:endParaRPr lang="en-US" sz="1100" dirty="0"/>
          </a:p>
        </p:txBody>
      </p:sp>
      <p:sp>
        <p:nvSpPr>
          <p:cNvPr id="40" name="HO|cap|2"/>
          <p:cNvSpPr/>
          <p:nvPr/>
        </p:nvSpPr>
        <p:spPr>
          <a:xfrm>
            <a:off x="4766072" y="4196953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Calentado del borde</a:t>
            </a:r>
            <a:endParaRPr lang="en-US" sz="900" dirty="0"/>
          </a:p>
        </p:txBody>
      </p:sp>
      <p:sp>
        <p:nvSpPr>
          <p:cNvPr id="41" name="HO|frame"/>
          <p:cNvSpPr/>
          <p:nvPr/>
        </p:nvSpPr>
        <p:spPr>
          <a:xfrm>
            <a:off x="6959203" y="2007096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42" name="HO|img|3|cov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728" y="2016621"/>
            <a:ext cx="2111722" cy="2180332"/>
          </a:xfrm>
          <a:prstGeom prst="rect">
            <a:avLst/>
          </a:prstGeom>
        </p:spPr>
      </p:pic>
      <p:sp>
        <p:nvSpPr>
          <p:cNvPr id="43" name="HO|tag"/>
          <p:cNvSpPr/>
          <p:nvPr/>
        </p:nvSpPr>
        <p:spPr>
          <a:xfrm>
            <a:off x="7011888" y="2059781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4</a:t>
            </a:r>
            <a:endParaRPr lang="en-US" sz="1100" dirty="0"/>
          </a:p>
        </p:txBody>
      </p:sp>
      <p:sp>
        <p:nvSpPr>
          <p:cNvPr id="44" name="HO|cap|3"/>
          <p:cNvSpPr/>
          <p:nvPr/>
        </p:nvSpPr>
        <p:spPr>
          <a:xfrm>
            <a:off x="6968728" y="4196953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Engrampado lado largo</a:t>
            </a:r>
            <a:endParaRPr lang="en-US" sz="900" dirty="0"/>
          </a:p>
        </p:txBody>
      </p:sp>
      <p:sp>
        <p:nvSpPr>
          <p:cNvPr id="45" name="HO|frame"/>
          <p:cNvSpPr/>
          <p:nvPr/>
        </p:nvSpPr>
        <p:spPr>
          <a:xfrm>
            <a:off x="351383" y="4462463"/>
            <a:ext cx="2130623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46" name="HO|img|4|cove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08" y="4471988"/>
            <a:ext cx="2111573" cy="2180332"/>
          </a:xfrm>
          <a:prstGeom prst="rect">
            <a:avLst/>
          </a:prstGeom>
        </p:spPr>
      </p:pic>
      <p:sp>
        <p:nvSpPr>
          <p:cNvPr id="47" name="HO|tag"/>
          <p:cNvSpPr/>
          <p:nvPr/>
        </p:nvSpPr>
        <p:spPr>
          <a:xfrm>
            <a:off x="404068" y="4515148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5</a:t>
            </a:r>
            <a:endParaRPr lang="en-US" sz="1100" dirty="0"/>
          </a:p>
        </p:txBody>
      </p:sp>
      <p:sp>
        <p:nvSpPr>
          <p:cNvPr id="48" name="HO|cap|4"/>
          <p:cNvSpPr/>
          <p:nvPr/>
        </p:nvSpPr>
        <p:spPr>
          <a:xfrm>
            <a:off x="360908" y="6652320"/>
            <a:ext cx="2111573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Piquetes en curvas y esquinas</a:t>
            </a:r>
            <a:endParaRPr lang="en-US" sz="900" dirty="0"/>
          </a:p>
        </p:txBody>
      </p:sp>
      <p:sp>
        <p:nvSpPr>
          <p:cNvPr id="49" name="HO|frame"/>
          <p:cNvSpPr/>
          <p:nvPr/>
        </p:nvSpPr>
        <p:spPr>
          <a:xfrm>
            <a:off x="2553891" y="4462463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50" name="HO|img|5|cov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3416" y="4471988"/>
            <a:ext cx="2111722" cy="2180332"/>
          </a:xfrm>
          <a:prstGeom prst="rect">
            <a:avLst/>
          </a:prstGeom>
        </p:spPr>
      </p:pic>
      <p:sp>
        <p:nvSpPr>
          <p:cNvPr id="51" name="HO|tag"/>
          <p:cNvSpPr/>
          <p:nvPr/>
        </p:nvSpPr>
        <p:spPr>
          <a:xfrm>
            <a:off x="2606576" y="4515148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6</a:t>
            </a:r>
            <a:endParaRPr lang="en-US" sz="1100" dirty="0"/>
          </a:p>
        </p:txBody>
      </p:sp>
      <p:sp>
        <p:nvSpPr>
          <p:cNvPr id="52" name="HO|cap|5"/>
          <p:cNvSpPr/>
          <p:nvPr/>
        </p:nvSpPr>
        <p:spPr>
          <a:xfrm>
            <a:off x="2563416" y="6652320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Remetido con espátula</a:t>
            </a:r>
            <a:endParaRPr lang="en-US" sz="900" dirty="0"/>
          </a:p>
        </p:txBody>
      </p:sp>
      <p:sp>
        <p:nvSpPr>
          <p:cNvPr id="53" name="HO|frame"/>
          <p:cNvSpPr/>
          <p:nvPr/>
        </p:nvSpPr>
        <p:spPr>
          <a:xfrm>
            <a:off x="4756547" y="4462463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54" name="HO|img|6|cove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6072" y="4471988"/>
            <a:ext cx="2111722" cy="2180332"/>
          </a:xfrm>
          <a:prstGeom prst="rect">
            <a:avLst/>
          </a:prstGeom>
        </p:spPr>
      </p:pic>
      <p:sp>
        <p:nvSpPr>
          <p:cNvPr id="55" name="HO|tag"/>
          <p:cNvSpPr/>
          <p:nvPr/>
        </p:nvSpPr>
        <p:spPr>
          <a:xfrm>
            <a:off x="4809232" y="4515148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7</a:t>
            </a:r>
            <a:endParaRPr lang="en-US" sz="1100" dirty="0"/>
          </a:p>
        </p:txBody>
      </p:sp>
      <p:sp>
        <p:nvSpPr>
          <p:cNvPr id="56" name="HO|cap|6"/>
          <p:cNvSpPr/>
          <p:nvPr/>
        </p:nvSpPr>
        <p:spPr>
          <a:xfrm>
            <a:off x="4766072" y="6652320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Engrampado lado opuesto</a:t>
            </a:r>
            <a:endParaRPr lang="en-US" sz="900" dirty="0"/>
          </a:p>
        </p:txBody>
      </p:sp>
      <p:sp>
        <p:nvSpPr>
          <p:cNvPr id="57" name="HO|frame"/>
          <p:cNvSpPr/>
          <p:nvPr/>
        </p:nvSpPr>
        <p:spPr>
          <a:xfrm>
            <a:off x="6959203" y="4462463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58" name="HO|img|7|cover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8728" y="4471988"/>
            <a:ext cx="2111722" cy="2180332"/>
          </a:xfrm>
          <a:prstGeom prst="rect">
            <a:avLst/>
          </a:prstGeom>
        </p:spPr>
      </p:pic>
      <p:sp>
        <p:nvSpPr>
          <p:cNvPr id="59" name="HO|tag"/>
          <p:cNvSpPr/>
          <p:nvPr/>
        </p:nvSpPr>
        <p:spPr>
          <a:xfrm>
            <a:off x="7011888" y="4515148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8</a:t>
            </a:r>
            <a:endParaRPr lang="en-US" sz="1100" dirty="0"/>
          </a:p>
        </p:txBody>
      </p:sp>
      <p:sp>
        <p:nvSpPr>
          <p:cNvPr id="60" name="HO|cap|7"/>
          <p:cNvSpPr/>
          <p:nvPr/>
        </p:nvSpPr>
        <p:spPr>
          <a:xfrm>
            <a:off x="6968728" y="6652320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Tensado del extremo con pinza</a:t>
            </a:r>
            <a:endParaRPr lang="en-US" sz="900" dirty="0"/>
          </a:p>
        </p:txBody>
      </p:sp>
      <p:sp>
        <p:nvSpPr>
          <p:cNvPr id="61" name="HO|frame"/>
          <p:cNvSpPr/>
          <p:nvPr/>
        </p:nvSpPr>
        <p:spPr>
          <a:xfrm>
            <a:off x="351383" y="6917829"/>
            <a:ext cx="2130623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62" name="HO|img|8|cover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8" y="6927354"/>
            <a:ext cx="2111573" cy="2180332"/>
          </a:xfrm>
          <a:prstGeom prst="rect">
            <a:avLst/>
          </a:prstGeom>
        </p:spPr>
      </p:pic>
      <p:sp>
        <p:nvSpPr>
          <p:cNvPr id="63" name="HO|tag"/>
          <p:cNvSpPr/>
          <p:nvPr/>
        </p:nvSpPr>
        <p:spPr>
          <a:xfrm>
            <a:off x="404068" y="6970514"/>
            <a:ext cx="469106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9</a:t>
            </a:r>
            <a:endParaRPr lang="en-US" sz="1100" dirty="0"/>
          </a:p>
        </p:txBody>
      </p:sp>
      <p:sp>
        <p:nvSpPr>
          <p:cNvPr id="64" name="HO|cap|8"/>
          <p:cNvSpPr/>
          <p:nvPr/>
        </p:nvSpPr>
        <p:spPr>
          <a:xfrm>
            <a:off x="360908" y="9107686"/>
            <a:ext cx="2111573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Engrampado del extremo</a:t>
            </a:r>
            <a:endParaRPr lang="en-US" sz="900" dirty="0"/>
          </a:p>
        </p:txBody>
      </p:sp>
      <p:sp>
        <p:nvSpPr>
          <p:cNvPr id="65" name="HO|frame"/>
          <p:cNvSpPr/>
          <p:nvPr/>
        </p:nvSpPr>
        <p:spPr>
          <a:xfrm>
            <a:off x="2553891" y="6917829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66" name="HO|img|9|cover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3416" y="6927354"/>
            <a:ext cx="2111722" cy="2180332"/>
          </a:xfrm>
          <a:prstGeom prst="rect">
            <a:avLst/>
          </a:prstGeom>
        </p:spPr>
      </p:pic>
      <p:sp>
        <p:nvSpPr>
          <p:cNvPr id="67" name="HO|tag"/>
          <p:cNvSpPr/>
          <p:nvPr/>
        </p:nvSpPr>
        <p:spPr>
          <a:xfrm>
            <a:off x="2606576" y="6970514"/>
            <a:ext cx="539800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10</a:t>
            </a:r>
            <a:endParaRPr lang="en-US" sz="1100" dirty="0"/>
          </a:p>
        </p:txBody>
      </p:sp>
      <p:sp>
        <p:nvSpPr>
          <p:cNvPr id="68" name="HO|cap|9"/>
          <p:cNvSpPr/>
          <p:nvPr/>
        </p:nvSpPr>
        <p:spPr>
          <a:xfrm>
            <a:off x="2563416" y="9107686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excedente</a:t>
            </a:r>
            <a:endParaRPr lang="en-US" sz="900" dirty="0"/>
          </a:p>
        </p:txBody>
      </p:sp>
      <p:sp>
        <p:nvSpPr>
          <p:cNvPr id="69" name="HO|frame"/>
          <p:cNvSpPr/>
          <p:nvPr/>
        </p:nvSpPr>
        <p:spPr>
          <a:xfrm>
            <a:off x="4756547" y="6917829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70" name="HO|img|10|cover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6072" y="6927354"/>
            <a:ext cx="2111722" cy="2180332"/>
          </a:xfrm>
          <a:prstGeom prst="rect">
            <a:avLst/>
          </a:prstGeom>
        </p:spPr>
      </p:pic>
      <p:sp>
        <p:nvSpPr>
          <p:cNvPr id="71" name="HO|tag"/>
          <p:cNvSpPr/>
          <p:nvPr/>
        </p:nvSpPr>
        <p:spPr>
          <a:xfrm>
            <a:off x="4809232" y="6970514"/>
            <a:ext cx="539800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11</a:t>
            </a:r>
            <a:endParaRPr lang="en-US" sz="1100" dirty="0"/>
          </a:p>
        </p:txBody>
      </p:sp>
      <p:sp>
        <p:nvSpPr>
          <p:cNvPr id="72" name="HO|cap|10"/>
          <p:cNvSpPr/>
          <p:nvPr/>
        </p:nvSpPr>
        <p:spPr>
          <a:xfrm>
            <a:off x="4766072" y="9107686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Asentado de bordes</a:t>
            </a:r>
            <a:endParaRPr lang="en-US" sz="900" dirty="0"/>
          </a:p>
        </p:txBody>
      </p:sp>
      <p:sp>
        <p:nvSpPr>
          <p:cNvPr id="73" name="HO|frame"/>
          <p:cNvSpPr/>
          <p:nvPr/>
        </p:nvSpPr>
        <p:spPr>
          <a:xfrm>
            <a:off x="6959203" y="6917829"/>
            <a:ext cx="2130772" cy="2383482"/>
          </a:xfrm>
          <a:prstGeom prst="rect">
            <a:avLst/>
          </a:prstGeom>
          <a:solidFill>
            <a:srgbClr val="F3F4F6"/>
          </a:solidFill>
          <a:ln w="6350">
            <a:solidFill>
              <a:srgbClr val="9AA3AD"/>
            </a:solidFill>
            <a:prstDash val="solid"/>
          </a:ln>
        </p:spPr>
      </p:sp>
      <p:pic>
        <p:nvPicPr>
          <p:cNvPr id="74" name="HO|img|11|cover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8728" y="6927354"/>
            <a:ext cx="2111722" cy="2180332"/>
          </a:xfrm>
          <a:prstGeom prst="rect">
            <a:avLst/>
          </a:prstGeom>
        </p:spPr>
      </p:pic>
      <p:sp>
        <p:nvSpPr>
          <p:cNvPr id="75" name="HO|tag"/>
          <p:cNvSpPr/>
          <p:nvPr/>
        </p:nvSpPr>
        <p:spPr>
          <a:xfrm>
            <a:off x="7011888" y="6970514"/>
            <a:ext cx="539800" cy="200025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12</a:t>
            </a:r>
            <a:endParaRPr lang="en-US" sz="1100" dirty="0"/>
          </a:p>
        </p:txBody>
      </p:sp>
      <p:sp>
        <p:nvSpPr>
          <p:cNvPr id="76" name="HO|cap|11"/>
          <p:cNvSpPr/>
          <p:nvPr/>
        </p:nvSpPr>
        <p:spPr>
          <a:xfrm>
            <a:off x="6968728" y="9107686"/>
            <a:ext cx="2111722" cy="1841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3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terminada</a:t>
            </a:r>
            <a:endParaRPr lang="en-US" sz="900" dirty="0"/>
          </a:p>
        </p:txBody>
      </p:sp>
      <p:sp>
        <p:nvSpPr>
          <p:cNvPr id="77" name="HO|lbl"/>
          <p:cNvSpPr/>
          <p:nvPr/>
        </p:nvSpPr>
        <p:spPr>
          <a:xfrm>
            <a:off x="261491" y="9400877"/>
            <a:ext cx="8918377" cy="219373"/>
          </a:xfrm>
          <a:prstGeom prst="rect">
            <a:avLst/>
          </a:prstGeom>
          <a:solidFill>
            <a:srgbClr val="BFBFBF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REACCIÓN ANTE NO CONFORME</a:t>
            </a:r>
            <a:endParaRPr lang="en-US" sz="1050" dirty="0"/>
          </a:p>
        </p:txBody>
      </p:sp>
      <p:sp>
        <p:nvSpPr>
          <p:cNvPr id="78" name="HO|plan"/>
          <p:cNvSpPr/>
          <p:nvPr/>
        </p:nvSpPr>
        <p:spPr>
          <a:xfrm>
            <a:off x="261491" y="9620250"/>
            <a:ext cx="8918377" cy="810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</a:t>
            </a:r>
            <a:pPr indent="0" marL="0">
              <a:spcAft>
                <a:spcPts val="200"/>
              </a:spcAft>
              <a:buNone/>
            </a:pPr>
            <a:r>
              <a:rPr lang="en-US" sz="10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"PRODUCTO" O "PROCESO"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CONFORME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DETENGA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OPERACIÓN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NOTIFIQUE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INMEDIATO A SU LÍDER O SUPERVISOR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DEFINICIÓN DEL LÍDER O SUPERVISOR</a:t>
            </a:r>
            <a:endParaRPr lang="en-US" sz="1000" dirty="0"/>
          </a:p>
        </p:txBody>
      </p:sp>
      <p:sp>
        <p:nvSpPr>
          <p:cNvPr id="79" name="HO|lbl"/>
          <p:cNvSpPr/>
          <p:nvPr/>
        </p:nvSpPr>
        <p:spPr>
          <a:xfrm>
            <a:off x="9189393" y="1917204"/>
            <a:ext cx="5669012" cy="252710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OPERACIÓN</a:t>
            </a:r>
            <a:endParaRPr lang="en-US" sz="1150" dirty="0"/>
          </a:p>
        </p:txBody>
      </p:sp>
      <p:sp>
        <p:nvSpPr>
          <p:cNvPr id="80" name="HO|steps"/>
          <p:cNvSpPr/>
          <p:nvPr/>
        </p:nvSpPr>
        <p:spPr>
          <a:xfrm>
            <a:off x="9189393" y="2169914"/>
            <a:ext cx="5669012" cy="5017443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herramental: pistola de calor, engrampadora neumática con grampas, tijera, pinza, cutter y espátula.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la funda boca abajo y centrar el sustrato plástico sobre ella.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2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Calentar el borde de la funda con la pistola de calor.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3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Tensar y engrampar el primer lado largo, del centro hacia los extremos.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4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piquetes con tijera en curvas y esquinas.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5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Calentar las esquinas y remeter el material con la espátula.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6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Engrampar el lado opuesto con tensión uniforme.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7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 curvo: calentar, tensar con pinza y plegar sobre el sustrato.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8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Engrampar el extremo curvo sin arrugas en la cara vista.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9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 el excedente con tijera o cutter, sin cortar la zona engrampada.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10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Asentar los bordes con la espátula. Sin grampas salientes ni sueltas.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11</a:t>
            </a:r>
            <a:endParaRPr lang="en-US" sz="1250" dirty="0"/>
          </a:p>
          <a:p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la cara vista (sin arrugas, pliegues ni marcas de calor) y colocar en contenedor de piezas OK.</a:t>
            </a:r>
            <a:pPr algn="l" indent="0" marL="0">
              <a:spcAft>
                <a:spcPts val="56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 </a:t>
            </a:r>
            <a:pPr algn="l" indent="0" marL="0">
              <a:spcAft>
                <a:spcPts val="56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12</a:t>
            </a:r>
            <a:endParaRPr lang="en-US" sz="1250" dirty="0"/>
          </a:p>
        </p:txBody>
      </p:sp>
      <p:sp>
        <p:nvSpPr>
          <p:cNvPr id="81" name="HO|f|note"/>
          <p:cNvSpPr/>
          <p:nvPr/>
        </p:nvSpPr>
        <p:spPr>
          <a:xfrm>
            <a:off x="9189393" y="7196882"/>
            <a:ext cx="3231207" cy="683865"/>
          </a:xfrm>
          <a:prstGeom prst="rect">
            <a:avLst/>
          </a:prstGeom>
          <a:solidFill>
            <a:srgbClr val="FFFF00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Grampa mal colocada, saliente o suelta: retirar con pinza y volver a engrampar. No apoyar la pistola de calor sobre la cara vista.</a:t>
            </a:r>
            <a:endParaRPr lang="en-US" sz="1050" dirty="0"/>
          </a:p>
        </p:txBody>
      </p:sp>
      <p:sp>
        <p:nvSpPr>
          <p:cNvPr id="82" name="HO|frame"/>
          <p:cNvSpPr/>
          <p:nvPr/>
        </p:nvSpPr>
        <p:spPr>
          <a:xfrm>
            <a:off x="12420600" y="7196882"/>
            <a:ext cx="2437805" cy="683865"/>
          </a:xfrm>
          <a:prstGeom prst="rect">
            <a:avLst/>
          </a:prstGeom>
          <a:ln w="6350">
            <a:solidFill>
              <a:srgbClr val="1F1F1F"/>
            </a:solidFill>
            <a:prstDash val="solid"/>
          </a:ln>
        </p:spPr>
      </p:sp>
      <p:pic>
        <p:nvPicPr>
          <p:cNvPr id="83" name="HO|epp|ropa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22585" y="7264747"/>
            <a:ext cx="359866" cy="359866"/>
          </a:xfrm>
          <a:prstGeom prst="rect">
            <a:avLst/>
          </a:prstGeom>
        </p:spPr>
      </p:pic>
      <p:pic>
        <p:nvPicPr>
          <p:cNvPr id="84" name="HO|epp|calzado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47191" y="7264747"/>
            <a:ext cx="359866" cy="359866"/>
          </a:xfrm>
          <a:prstGeom prst="rect">
            <a:avLst/>
          </a:prstGeom>
        </p:spPr>
      </p:pic>
      <p:pic>
        <p:nvPicPr>
          <p:cNvPr id="85" name="HO|epp|auditiva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71798" y="7264747"/>
            <a:ext cx="359866" cy="359866"/>
          </a:xfrm>
          <a:prstGeom prst="rect">
            <a:avLst/>
          </a:prstGeom>
        </p:spPr>
      </p:pic>
      <p:pic>
        <p:nvPicPr>
          <p:cNvPr id="86" name="HO|epp|anteojos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96405" y="7264747"/>
            <a:ext cx="359866" cy="359866"/>
          </a:xfrm>
          <a:prstGeom prst="rect">
            <a:avLst/>
          </a:prstGeom>
        </p:spPr>
      </p:pic>
      <p:sp>
        <p:nvSpPr>
          <p:cNvPr id="87" name="HO|lbl"/>
          <p:cNvSpPr/>
          <p:nvPr/>
        </p:nvSpPr>
        <p:spPr>
          <a:xfrm>
            <a:off x="12420600" y="7692628"/>
            <a:ext cx="2437805" cy="188119"/>
          </a:xfrm>
          <a:prstGeom prst="rect">
            <a:avLst/>
          </a:prstGeom>
          <a:solidFill>
            <a:srgbClr val="8EA9DB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SEGURIDAD</a:t>
            </a:r>
            <a:endParaRPr lang="en-US" sz="950" dirty="0"/>
          </a:p>
        </p:txBody>
      </p:sp>
      <p:sp>
        <p:nvSpPr>
          <p:cNvPr id="88" name="HO|lbl"/>
          <p:cNvSpPr/>
          <p:nvPr/>
        </p:nvSpPr>
        <p:spPr>
          <a:xfrm>
            <a:off x="9189393" y="7890272"/>
            <a:ext cx="3231207" cy="238423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CONTROL</a:t>
            </a:r>
            <a:endParaRPr lang="en-US" sz="1150" dirty="0"/>
          </a:p>
        </p:txBody>
      </p:sp>
      <p:sp>
        <p:nvSpPr>
          <p:cNvPr id="89" name="HO|lbl"/>
          <p:cNvSpPr/>
          <p:nvPr/>
        </p:nvSpPr>
        <p:spPr>
          <a:xfrm>
            <a:off x="12420600" y="7890272"/>
            <a:ext cx="2437805" cy="238423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OP - Operador de Producción</a:t>
            </a:r>
            <a:endParaRPr lang="en-US" sz="850" dirty="0"/>
          </a:p>
        </p:txBody>
      </p:sp>
      <p:sp>
        <p:nvSpPr>
          <p:cNvPr id="90" name="HO|lbl"/>
          <p:cNvSpPr/>
          <p:nvPr/>
        </p:nvSpPr>
        <p:spPr>
          <a:xfrm>
            <a:off x="9189393" y="8128695"/>
            <a:ext cx="1757363" cy="357783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a controlar</a:t>
            </a:r>
            <a:endParaRPr lang="en-US" sz="850" dirty="0"/>
          </a:p>
        </p:txBody>
      </p:sp>
      <p:sp>
        <p:nvSpPr>
          <p:cNvPr id="91" name="HO|lbl"/>
          <p:cNvSpPr/>
          <p:nvPr/>
        </p:nvSpPr>
        <p:spPr>
          <a:xfrm>
            <a:off x="10946755" y="8128695"/>
            <a:ext cx="850255" cy="357783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control</a:t>
            </a:r>
            <a:endParaRPr lang="en-US" sz="850" dirty="0"/>
          </a:p>
        </p:txBody>
      </p:sp>
      <p:sp>
        <p:nvSpPr>
          <p:cNvPr id="92" name="HO|lbl"/>
          <p:cNvSpPr/>
          <p:nvPr/>
        </p:nvSpPr>
        <p:spPr>
          <a:xfrm>
            <a:off x="11797010" y="8128695"/>
            <a:ext cx="623590" cy="357783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</a:t>
            </a:r>
            <a:endParaRPr lang="en-US" sz="850" dirty="0"/>
          </a:p>
        </p:txBody>
      </p:sp>
      <p:sp>
        <p:nvSpPr>
          <p:cNvPr id="93" name="HO|lbl"/>
          <p:cNvSpPr/>
          <p:nvPr/>
        </p:nvSpPr>
        <p:spPr>
          <a:xfrm>
            <a:off x="12420600" y="8128695"/>
            <a:ext cx="1530548" cy="357783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Frec.</a:t>
            </a:r>
            <a:endParaRPr lang="en-US" sz="850" dirty="0"/>
          </a:p>
        </p:txBody>
      </p:sp>
      <p:sp>
        <p:nvSpPr>
          <p:cNvPr id="94" name="HO|lbl"/>
          <p:cNvSpPr/>
          <p:nvPr/>
        </p:nvSpPr>
        <p:spPr>
          <a:xfrm>
            <a:off x="13951148" y="8128695"/>
            <a:ext cx="907256" cy="357783"/>
          </a:xfrm>
          <a:prstGeom prst="rect">
            <a:avLst/>
          </a:prstGeom>
          <a:solidFill>
            <a:srgbClr val="44546A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850" dirty="0"/>
          </a:p>
        </p:txBody>
      </p:sp>
      <p:sp>
        <p:nvSpPr>
          <p:cNvPr id="95" name="HO|ctl|0|c"/>
          <p:cNvSpPr/>
          <p:nvPr/>
        </p:nvSpPr>
        <p:spPr>
          <a:xfrm>
            <a:off x="9189393" y="8486477"/>
            <a:ext cx="1757363" cy="323999"/>
          </a:xfrm>
          <a:prstGeom prst="rect">
            <a:avLst/>
          </a:prstGeom>
          <a:solidFill>
            <a:srgbClr val="D9D9D9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vista sin arrugas, pliegues ni marcas de calor</a:t>
            </a:r>
            <a:endParaRPr lang="en-US" sz="900" dirty="0"/>
          </a:p>
        </p:txBody>
      </p:sp>
      <p:sp>
        <p:nvSpPr>
          <p:cNvPr id="96" name="HO|ctl|0|m"/>
          <p:cNvSpPr/>
          <p:nvPr/>
        </p:nvSpPr>
        <p:spPr>
          <a:xfrm>
            <a:off x="10946755" y="8486477"/>
            <a:ext cx="850255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97" name="HO|ctl|0|r"/>
          <p:cNvSpPr/>
          <p:nvPr/>
        </p:nvSpPr>
        <p:spPr>
          <a:xfrm>
            <a:off x="11797010" y="8486477"/>
            <a:ext cx="623590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98" name="HO|ctl|0|f"/>
          <p:cNvSpPr/>
          <p:nvPr/>
        </p:nvSpPr>
        <p:spPr>
          <a:xfrm>
            <a:off x="12420600" y="8486477"/>
            <a:ext cx="1530548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99" name="HO|ctl|0|g"/>
          <p:cNvSpPr/>
          <p:nvPr/>
        </p:nvSpPr>
        <p:spPr>
          <a:xfrm>
            <a:off x="13951148" y="8486477"/>
            <a:ext cx="907256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control</a:t>
            </a:r>
            <a:endParaRPr lang="en-US" sz="850" dirty="0"/>
          </a:p>
        </p:txBody>
      </p:sp>
      <p:sp>
        <p:nvSpPr>
          <p:cNvPr id="100" name="HO|ctl|1|c"/>
          <p:cNvSpPr/>
          <p:nvPr/>
        </p:nvSpPr>
        <p:spPr>
          <a:xfrm>
            <a:off x="9189393" y="8810476"/>
            <a:ext cx="1757363" cy="323999"/>
          </a:xfrm>
          <a:prstGeom prst="rect">
            <a:avLst/>
          </a:prstGeom>
          <a:solidFill>
            <a:srgbClr val="D9D9D9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Grampas firmes, sin salientes ni sueltas</a:t>
            </a:r>
            <a:endParaRPr lang="en-US" sz="900" dirty="0"/>
          </a:p>
        </p:txBody>
      </p:sp>
      <p:sp>
        <p:nvSpPr>
          <p:cNvPr id="101" name="HO|ctl|1|m"/>
          <p:cNvSpPr/>
          <p:nvPr/>
        </p:nvSpPr>
        <p:spPr>
          <a:xfrm>
            <a:off x="10946755" y="8810476"/>
            <a:ext cx="850255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Táctil</a:t>
            </a:r>
            <a:endParaRPr lang="en-US" sz="850" dirty="0"/>
          </a:p>
        </p:txBody>
      </p:sp>
      <p:sp>
        <p:nvSpPr>
          <p:cNvPr id="102" name="HO|ctl|1|r"/>
          <p:cNvSpPr/>
          <p:nvPr/>
        </p:nvSpPr>
        <p:spPr>
          <a:xfrm>
            <a:off x="11797010" y="8810476"/>
            <a:ext cx="623590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103" name="HO|ctl|1|f"/>
          <p:cNvSpPr/>
          <p:nvPr/>
        </p:nvSpPr>
        <p:spPr>
          <a:xfrm>
            <a:off x="12420600" y="8810476"/>
            <a:ext cx="1530548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104" name="HO|ctl|1|g"/>
          <p:cNvSpPr/>
          <p:nvPr/>
        </p:nvSpPr>
        <p:spPr>
          <a:xfrm>
            <a:off x="13951148" y="8810476"/>
            <a:ext cx="907256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control</a:t>
            </a:r>
            <a:endParaRPr lang="en-US" sz="850" dirty="0"/>
          </a:p>
        </p:txBody>
      </p:sp>
      <p:sp>
        <p:nvSpPr>
          <p:cNvPr id="105" name="HO|ctl|2|c"/>
          <p:cNvSpPr/>
          <p:nvPr/>
        </p:nvSpPr>
        <p:spPr>
          <a:xfrm>
            <a:off x="9189393" y="9134475"/>
            <a:ext cx="1757363" cy="323999"/>
          </a:xfrm>
          <a:prstGeom prst="rect">
            <a:avLst/>
          </a:prstGeom>
          <a:solidFill>
            <a:srgbClr val="D9D9D9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 centrada y tensada según pieza patrón</a:t>
            </a:r>
            <a:endParaRPr lang="en-US" sz="900" dirty="0"/>
          </a:p>
        </p:txBody>
      </p:sp>
      <p:sp>
        <p:nvSpPr>
          <p:cNvPr id="106" name="HO|ctl|2|m"/>
          <p:cNvSpPr/>
          <p:nvPr/>
        </p:nvSpPr>
        <p:spPr>
          <a:xfrm>
            <a:off x="10946755" y="9134475"/>
            <a:ext cx="850255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Pieza patrón</a:t>
            </a:r>
            <a:endParaRPr lang="en-US" sz="850" dirty="0"/>
          </a:p>
        </p:txBody>
      </p:sp>
      <p:sp>
        <p:nvSpPr>
          <p:cNvPr id="107" name="HO|ctl|2|r"/>
          <p:cNvSpPr/>
          <p:nvPr/>
        </p:nvSpPr>
        <p:spPr>
          <a:xfrm>
            <a:off x="11797010" y="9134475"/>
            <a:ext cx="623590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/ Calidad</a:t>
            </a:r>
            <a:endParaRPr lang="en-US" sz="850" dirty="0"/>
          </a:p>
        </p:txBody>
      </p:sp>
      <p:sp>
        <p:nvSpPr>
          <p:cNvPr id="108" name="HO|ctl|2|f"/>
          <p:cNvSpPr/>
          <p:nvPr/>
        </p:nvSpPr>
        <p:spPr>
          <a:xfrm>
            <a:off x="12420600" y="9134475"/>
            <a:ext cx="1530548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turno / cambio de versión</a:t>
            </a:r>
            <a:endParaRPr lang="en-US" sz="850" dirty="0"/>
          </a:p>
        </p:txBody>
      </p:sp>
      <p:sp>
        <p:nvSpPr>
          <p:cNvPr id="109" name="HO|ctl|2|g"/>
          <p:cNvSpPr/>
          <p:nvPr/>
        </p:nvSpPr>
        <p:spPr>
          <a:xfrm>
            <a:off x="13951148" y="9134475"/>
            <a:ext cx="907256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850" dirty="0"/>
          </a:p>
        </p:txBody>
      </p:sp>
      <p:sp>
        <p:nvSpPr>
          <p:cNvPr id="110" name="HO|ctl|3|c"/>
          <p:cNvSpPr/>
          <p:nvPr/>
        </p:nvSpPr>
        <p:spPr>
          <a:xfrm>
            <a:off x="9189393" y="9458474"/>
            <a:ext cx="1757363" cy="323999"/>
          </a:xfrm>
          <a:prstGeom prst="rect">
            <a:avLst/>
          </a:prstGeom>
          <a:solidFill>
            <a:srgbClr val="D9D9D9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pieza patrón</a:t>
            </a:r>
            <a:endParaRPr lang="en-US" sz="900" dirty="0"/>
          </a:p>
        </p:txBody>
      </p:sp>
      <p:sp>
        <p:nvSpPr>
          <p:cNvPr id="111" name="HO|ctl|3|m"/>
          <p:cNvSpPr/>
          <p:nvPr/>
        </p:nvSpPr>
        <p:spPr>
          <a:xfrm>
            <a:off x="10946755" y="9458474"/>
            <a:ext cx="850255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112" name="HO|ctl|3|r"/>
          <p:cNvSpPr/>
          <p:nvPr/>
        </p:nvSpPr>
        <p:spPr>
          <a:xfrm>
            <a:off x="11797010" y="9458474"/>
            <a:ext cx="623590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/ Calidad</a:t>
            </a:r>
            <a:endParaRPr lang="en-US" sz="850" dirty="0"/>
          </a:p>
        </p:txBody>
      </p:sp>
      <p:sp>
        <p:nvSpPr>
          <p:cNvPr id="113" name="HO|ctl|3|f"/>
          <p:cNvSpPr/>
          <p:nvPr/>
        </p:nvSpPr>
        <p:spPr>
          <a:xfrm>
            <a:off x="12420600" y="9458474"/>
            <a:ext cx="1530548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turno / cambio de versión</a:t>
            </a:r>
            <a:endParaRPr lang="en-US" sz="850" dirty="0"/>
          </a:p>
        </p:txBody>
      </p:sp>
      <p:sp>
        <p:nvSpPr>
          <p:cNvPr id="114" name="HO|ctl|3|g"/>
          <p:cNvSpPr/>
          <p:nvPr/>
        </p:nvSpPr>
        <p:spPr>
          <a:xfrm>
            <a:off x="13951148" y="9458474"/>
            <a:ext cx="907256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850" dirty="0"/>
          </a:p>
        </p:txBody>
      </p:sp>
      <p:sp>
        <p:nvSpPr>
          <p:cNvPr id="115" name="HO|ctl|4|c"/>
          <p:cNvSpPr/>
          <p:nvPr/>
        </p:nvSpPr>
        <p:spPr>
          <a:xfrm>
            <a:off x="9189393" y="9782473"/>
            <a:ext cx="1757363" cy="323999"/>
          </a:xfrm>
          <a:prstGeom prst="rect">
            <a:avLst/>
          </a:prstGeom>
          <a:solidFill>
            <a:srgbClr val="D9D9D9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 aire de engrampadora: [A CONFIRMAR] bar</a:t>
            </a:r>
            <a:endParaRPr lang="en-US" sz="900" dirty="0"/>
          </a:p>
        </p:txBody>
      </p:sp>
      <p:sp>
        <p:nvSpPr>
          <p:cNvPr id="116" name="HO|ctl|4|m"/>
          <p:cNvSpPr/>
          <p:nvPr/>
        </p:nvSpPr>
        <p:spPr>
          <a:xfrm>
            <a:off x="10946755" y="9782473"/>
            <a:ext cx="850255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Manómetro</a:t>
            </a:r>
            <a:endParaRPr lang="en-US" sz="850" dirty="0"/>
          </a:p>
        </p:txBody>
      </p:sp>
      <p:sp>
        <p:nvSpPr>
          <p:cNvPr id="117" name="HO|ctl|4|r"/>
          <p:cNvSpPr/>
          <p:nvPr/>
        </p:nvSpPr>
        <p:spPr>
          <a:xfrm>
            <a:off x="11797010" y="9782473"/>
            <a:ext cx="623590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118" name="HO|ctl|4|f"/>
          <p:cNvSpPr/>
          <p:nvPr/>
        </p:nvSpPr>
        <p:spPr>
          <a:xfrm>
            <a:off x="12420600" y="9782473"/>
            <a:ext cx="1530548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turno / luego de mantenimiento</a:t>
            </a:r>
            <a:endParaRPr lang="en-US" sz="850" dirty="0"/>
          </a:p>
        </p:txBody>
      </p:sp>
      <p:sp>
        <p:nvSpPr>
          <p:cNvPr id="119" name="HO|ctl|4|g"/>
          <p:cNvSpPr/>
          <p:nvPr/>
        </p:nvSpPr>
        <p:spPr>
          <a:xfrm>
            <a:off x="13951148" y="9782473"/>
            <a:ext cx="907256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850" dirty="0"/>
          </a:p>
        </p:txBody>
      </p:sp>
      <p:sp>
        <p:nvSpPr>
          <p:cNvPr id="120" name="HO|ctl|5|c"/>
          <p:cNvSpPr/>
          <p:nvPr/>
        </p:nvSpPr>
        <p:spPr>
          <a:xfrm>
            <a:off x="9189393" y="10106471"/>
            <a:ext cx="1757363" cy="323999"/>
          </a:xfrm>
          <a:prstGeom prst="rect">
            <a:avLst/>
          </a:prstGeom>
          <a:solidFill>
            <a:srgbClr val="D9D9D9"/>
          </a:solidFill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los componentes</a:t>
            </a:r>
            <a:endParaRPr lang="en-US" sz="900" dirty="0"/>
          </a:p>
        </p:txBody>
      </p:sp>
      <p:sp>
        <p:nvSpPr>
          <p:cNvPr id="121" name="HO|ctl|5|m"/>
          <p:cNvSpPr/>
          <p:nvPr/>
        </p:nvSpPr>
        <p:spPr>
          <a:xfrm>
            <a:off x="10946755" y="10106471"/>
            <a:ext cx="850255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122" name="HO|ctl|5|r"/>
          <p:cNvSpPr/>
          <p:nvPr/>
        </p:nvSpPr>
        <p:spPr>
          <a:xfrm>
            <a:off x="11797010" y="10106471"/>
            <a:ext cx="623590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123" name="HO|ctl|5|f"/>
          <p:cNvSpPr/>
          <p:nvPr/>
        </p:nvSpPr>
        <p:spPr>
          <a:xfrm>
            <a:off x="12420600" y="10106471"/>
            <a:ext cx="1530548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turno / cambio de versión</a:t>
            </a:r>
            <a:endParaRPr lang="en-US" sz="850" dirty="0"/>
          </a:p>
        </p:txBody>
      </p:sp>
      <p:sp>
        <p:nvSpPr>
          <p:cNvPr id="124" name="HO|ctl|5|g"/>
          <p:cNvSpPr/>
          <p:nvPr/>
        </p:nvSpPr>
        <p:spPr>
          <a:xfrm>
            <a:off x="13951148" y="10106471"/>
            <a:ext cx="907256" cy="323999"/>
          </a:xfrm>
          <a:prstGeom prst="rect">
            <a:avLst/>
          </a:prstGeom>
          <a:noFill/>
          <a:ln w="6350">
            <a:solidFill>
              <a:srgbClr val="1F1F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850" dirty="0"/>
          </a:p>
        </p:txBody>
      </p:sp>
      <p:sp>
        <p:nvSpPr>
          <p:cNvPr id="125" name="HO|frame"/>
          <p:cNvSpPr/>
          <p:nvPr/>
        </p:nvSpPr>
        <p:spPr>
          <a:xfrm>
            <a:off x="251966" y="251966"/>
            <a:ext cx="14615964" cy="719882"/>
          </a:xfrm>
          <a:prstGeom prst="rect">
            <a:avLst/>
          </a:prstGeom>
          <a:ln w="15240">
            <a:solidFill>
              <a:srgbClr val="1F1F1F"/>
            </a:solidFill>
            <a:prstDash val="solid"/>
          </a:ln>
        </p:spPr>
      </p:sp>
      <p:sp>
        <p:nvSpPr>
          <p:cNvPr id="126" name="HO|frame"/>
          <p:cNvSpPr/>
          <p:nvPr/>
        </p:nvSpPr>
        <p:spPr>
          <a:xfrm>
            <a:off x="251966" y="971848"/>
            <a:ext cx="14615964" cy="945356"/>
          </a:xfrm>
          <a:prstGeom prst="rect">
            <a:avLst/>
          </a:prstGeom>
          <a:ln w="15240">
            <a:solidFill>
              <a:srgbClr val="1F1F1F"/>
            </a:solidFill>
            <a:prstDash val="solid"/>
          </a:ln>
        </p:spPr>
      </p:sp>
      <p:sp>
        <p:nvSpPr>
          <p:cNvPr id="127" name="HO|frame"/>
          <p:cNvSpPr/>
          <p:nvPr/>
        </p:nvSpPr>
        <p:spPr>
          <a:xfrm>
            <a:off x="251966" y="1917204"/>
            <a:ext cx="14615964" cy="8522791"/>
          </a:xfrm>
          <a:prstGeom prst="rect">
            <a:avLst/>
          </a:prstGeom>
          <a:ln w="15240">
            <a:solidFill>
              <a:srgbClr val="1F1F1F"/>
            </a:solidFill>
            <a:prstDash val="solid"/>
          </a:ln>
        </p:spPr>
      </p:sp>
      <p:sp>
        <p:nvSpPr>
          <p:cNvPr id="128" name="HO|frame"/>
          <p:cNvSpPr/>
          <p:nvPr/>
        </p:nvSpPr>
        <p:spPr>
          <a:xfrm>
            <a:off x="261491" y="1917204"/>
            <a:ext cx="8927902" cy="8513266"/>
          </a:xfrm>
          <a:prstGeom prst="rect">
            <a:avLst/>
          </a:prstGeom>
          <a:ln w="15240">
            <a:solidFill>
              <a:srgbClr val="1F1F1F"/>
            </a:solidFill>
            <a:prstDash val="solid"/>
          </a:ln>
        </p:spPr>
      </p:sp>
      <p:sp>
        <p:nvSpPr>
          <p:cNvPr id="129" name="HO|frame"/>
          <p:cNvSpPr/>
          <p:nvPr/>
        </p:nvSpPr>
        <p:spPr>
          <a:xfrm>
            <a:off x="261491" y="9391352"/>
            <a:ext cx="8918377" cy="1039118"/>
          </a:xfrm>
          <a:prstGeom prst="rect">
            <a:avLst/>
          </a:prstGeom>
          <a:ln w="15240">
            <a:solidFill>
              <a:srgbClr val="1F1F1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Barack Mercosul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HO-971 – ENGRAMPADO</dc:title>
  <dc:subject>PptxGenJS Presentation</dc:subject>
  <dc:creator>PptxGenJS</dc:creator>
  <cp:lastModifiedBy>PptxGenJS</cp:lastModifiedBy>
  <cp:revision>1</cp:revision>
  <dcterms:created xsi:type="dcterms:W3CDTF">2026-09-25T17:01:24Z</dcterms:created>
  <dcterms:modified xsi:type="dcterms:W3CDTF">2026-09-25T17:01:24Z</dcterms:modified>
</cp:coreProperties>
</file>