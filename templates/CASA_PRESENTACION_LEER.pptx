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rac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88000"/>
            <a:ext cx="1014718" cy="503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000" y="936000"/>
            <a:ext cx="11328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4546A"/>
                </a:solidFill>
                <a:latin typeface="Calibri"/>
              </a:rPr>
              <a:t>[Título que afirma, en una oración]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944000"/>
            <a:ext cx="11328119" cy="3978000"/>
          </a:xfrm>
          <a:prstGeom prst="rect">
            <a:avLst/>
          </a:prstGeom>
          <a:solidFill>
            <a:srgbClr val="F3F4F6"/>
          </a:solidFill>
          <a:ln w="9525">
            <a:solidFill>
              <a:srgbClr val="9AA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160000"/>
            <a:ext cx="10896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Calibri"/>
              </a:rPr>
              <a:t>[UNA evidencia: la captura del papel con el renglón marcado en rojo, una foto real, una tabla o un gráfico]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6030000"/>
            <a:ext cx="11328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3AD"/>
                </a:solidFill>
                <a:latin typeface="Calibri"/>
              </a:rPr>
              <a:t>[Archivo de donde sale y su fecha]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6408000"/>
            <a:ext cx="11328119" cy="10800"/>
          </a:xfrm>
          <a:prstGeom prst="rect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6444000"/>
            <a:ext cx="1003211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3AD"/>
                </a:solidFill>
                <a:latin typeface="Calibri"/>
              </a:rPr>
              <a:t>[Título del documento] · 18/10/2026 · F.Santoro · Rev.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0119" y="6444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AA3A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para mandar y leer</dc:title>
  <dc:subject/>
  <dc:creator>Facundo Santoro</dc:creator>
  <cp:keywords/>
  <dc:description/>
  <cp:lastModifiedBy>Facundo Santoro</cp:lastModifiedBy>
  <cp:revision>1</cp:revision>
  <dcterms:created xsi:type="dcterms:W3CDTF">2013-01-27T09:14:16Z</dcterms:created>
  <dcterms:modified xsi:type="dcterms:W3CDTF">2013-01-27T09:15:58Z</dcterms:modified>
  <cp:category/>
</cp:coreProperties>
</file>