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r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1159680" cy="57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60000" y="324000"/>
            <a:ext cx="1252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44546A"/>
                </a:solidFill>
                <a:latin typeface="Calibri"/>
              </a:rPr>
              <a:t>[Título del tema]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152000"/>
            <a:ext cx="14256000" cy="864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00" y="1260000"/>
            <a:ext cx="1396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Calibri"/>
              </a:rPr>
              <a:t>[Lo importante, en UNA línea: qué pasa y qué se necesita, de quién y para cuándo]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2304000"/>
            <a:ext cx="4608000" cy="3689999"/>
          </a:xfrm>
          <a:prstGeom prst="rect">
            <a:avLst/>
          </a:prstGeom>
          <a:solidFill>
            <a:srgbClr val="FFFFFF"/>
          </a:solidFill>
          <a:ln w="9525">
            <a:solidFill>
              <a:srgbClr val="9A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2304000"/>
            <a:ext cx="4608000" cy="432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2347200"/>
            <a:ext cx="43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1. Situación (qué pasa hoy, con el dato)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880000"/>
            <a:ext cx="4392000" cy="296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3AD"/>
                </a:solidFill>
                <a:latin typeface="Calibri"/>
              </a:rPr>
              <a:t>[con su captura o su número; sin notas ni recomendaciones que nadie pidió]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5999" y="2304000"/>
            <a:ext cx="4608000" cy="3689999"/>
          </a:xfrm>
          <a:prstGeom prst="rect">
            <a:avLst/>
          </a:prstGeom>
          <a:solidFill>
            <a:srgbClr val="FFFFFF"/>
          </a:solidFill>
          <a:ln w="9525">
            <a:solidFill>
              <a:srgbClr val="9A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55999" y="2304000"/>
            <a:ext cx="4608000" cy="432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3999" y="2347200"/>
            <a:ext cx="43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2. Objetivo (a dónde se quiere llegar, medible)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3999" y="2880000"/>
            <a:ext cx="4392000" cy="296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3AD"/>
                </a:solidFill>
                <a:latin typeface="Calibri"/>
              </a:rPr>
              <a:t>[con su captura o su número; sin notas ni recomendaciones que nadie pidió]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79999" y="2304000"/>
            <a:ext cx="4608000" cy="3689999"/>
          </a:xfrm>
          <a:prstGeom prst="rect">
            <a:avLst/>
          </a:prstGeom>
          <a:solidFill>
            <a:srgbClr val="FFFFFF"/>
          </a:solidFill>
          <a:ln w="9525">
            <a:solidFill>
              <a:srgbClr val="9A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79999" y="2304000"/>
            <a:ext cx="4608000" cy="432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87999" y="2347200"/>
            <a:ext cx="43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3. Causa (la que se probó, con su evidencia)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7999" y="2880000"/>
            <a:ext cx="4392000" cy="296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3AD"/>
                </a:solidFill>
                <a:latin typeface="Calibri"/>
              </a:rPr>
              <a:t>[con su captura o su número; sin notas ni recomendaciones que nadie pidió]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6210000"/>
            <a:ext cx="4608000" cy="3689999"/>
          </a:xfrm>
          <a:prstGeom prst="rect">
            <a:avLst/>
          </a:prstGeom>
          <a:solidFill>
            <a:srgbClr val="FFFFFF"/>
          </a:solidFill>
          <a:ln w="9525">
            <a:solidFill>
              <a:srgbClr val="9A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2000" y="6210000"/>
            <a:ext cx="4608000" cy="432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0" y="6253200"/>
            <a:ext cx="43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4. Contramedida (qué se hace)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6786000"/>
            <a:ext cx="4392000" cy="296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3AD"/>
                </a:solidFill>
                <a:latin typeface="Calibri"/>
              </a:rPr>
              <a:t>[con su captura o su número; sin notas ni recomendaciones que nadie pidió]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5999" y="6210000"/>
            <a:ext cx="4608000" cy="3689999"/>
          </a:xfrm>
          <a:prstGeom prst="rect">
            <a:avLst/>
          </a:prstGeom>
          <a:solidFill>
            <a:srgbClr val="FFFFFF"/>
          </a:solidFill>
          <a:ln w="9525">
            <a:solidFill>
              <a:srgbClr val="9A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55999" y="6210000"/>
            <a:ext cx="4608000" cy="432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63999" y="6253200"/>
            <a:ext cx="43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5. Plan (qué, quién y para cuándo)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3999" y="6786000"/>
            <a:ext cx="4392000" cy="296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3AD"/>
                </a:solidFill>
                <a:latin typeface="Calibri"/>
              </a:rPr>
              <a:t>[con su captura o su número; sin notas ni recomendaciones que nadie pidió]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79999" y="6210000"/>
            <a:ext cx="4608000" cy="3689999"/>
          </a:xfrm>
          <a:prstGeom prst="rect">
            <a:avLst/>
          </a:prstGeom>
          <a:solidFill>
            <a:srgbClr val="FFFFFF"/>
          </a:solidFill>
          <a:ln w="9525">
            <a:solidFill>
              <a:srgbClr val="9A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79999" y="6210000"/>
            <a:ext cx="4608000" cy="432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87999" y="6253200"/>
            <a:ext cx="43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6. Seguimiento (cómo se sabe que funcionó)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7999" y="6786000"/>
            <a:ext cx="4392000" cy="296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3AD"/>
                </a:solidFill>
                <a:latin typeface="Calibri"/>
              </a:rPr>
              <a:t>[con su captura o su número; sin notas ni recomendaciones que nadie pidió]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10242000"/>
            <a:ext cx="14256000" cy="10800"/>
          </a:xfrm>
          <a:prstGeom prst="rect">
            <a:avLst/>
          </a:prstGeom>
          <a:solidFill>
            <a:srgbClr val="9A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2000" y="10278000"/>
            <a:ext cx="12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AA3AD"/>
                </a:solidFill>
                <a:latin typeface="Calibri"/>
              </a:rPr>
              <a:t>[Título del tema] · [fecha] · F.Santoro · Rev. [rev.]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967999" y="10278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AA3AD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Hoja de una página A3</dc:title>
  <dc:subject/>
  <dc:creator>Facundo Santoro</dc:creator>
  <cp:keywords/>
  <dc:description/>
  <cp:lastModifiedBy>Facundo Santoro</cp:lastModifiedBy>
  <cp:revision>1</cp:revision>
  <dcterms:created xsi:type="dcterms:W3CDTF">2013-01-27T09:14:16Z</dcterms:created>
  <dcterms:modified xsi:type="dcterms:W3CDTF">2013-01-27T09:15:58Z</dcterms:modified>
  <cp:category/>
</cp:coreProperties>
</file>